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46304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1_porta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2_agen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3_resum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4_problematic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5_requerimien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6_soluc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7_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7b_activida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7c_casosus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8_divi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orta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explicativ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fluj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age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_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email_pedi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sheets_trazabilid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_email_respues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_cotizac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_sheets_esta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_email_secretari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3_camb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4_h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5_plaz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6_exter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7_aler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8_wa_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9_wa_con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cos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8b_fluj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9_benefici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concl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1_graci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