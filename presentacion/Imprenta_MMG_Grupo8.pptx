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1_port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2_agen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3_resum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4_problemat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5_requerimien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6_solu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7_stakeh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8_divi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port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explicativ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fluj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agen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inbo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email_pedi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_sheets_trazabilid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_email_respues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6_cotizac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7_sheets_esta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8_email_secretar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3_camb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4_h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5_plaz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6_exter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7_aler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8_wa_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19_wa_conv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cost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09_beneficio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0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1_grac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