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46304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1_por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2_agen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3_resum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4_problemati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5_requerimien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6_solu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7_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8_div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or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explicativ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fluj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ag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_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email_pedi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sheets_trazabilid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_email_respues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cotiza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_sheets_esta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_email_secretar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3_camb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4_h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5_plaz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6_exter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7_ale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8_wa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9_wa_con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cos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9_benefici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concl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1_grac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